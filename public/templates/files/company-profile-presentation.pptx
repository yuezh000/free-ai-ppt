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>
              <a:gd name="adj" fmla="val 1188"/>
            </a:avLst>
          </a:prstGeom>
          <a:solidFill>
            <a:srgbClr val="E85D3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658368"/>
            <a:ext cx="726948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1261872"/>
            <a:ext cx="1508760" cy="1508760"/>
          </a:xfrm>
          <a:prstGeom prst="ellipse">
            <a:avLst/>
          </a:prstGeom>
          <a:solidFill>
            <a:srgbClr val="F3A38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0" y="1947672"/>
            <a:ext cx="621792" cy="621792"/>
          </a:xfrm>
          <a:prstGeom prst="ellipse">
            <a:avLst/>
          </a:prstGeom>
          <a:solidFill>
            <a:srgbClr val="2822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66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/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3337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COMPANY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A CLEAR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OF VIEW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90288" y="18288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Company Profile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17720" y="309067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D5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People, practice, and proof—presented with warmth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4892040"/>
            <a:ext cx="5212080" cy="0"/>
          </a:xfrm>
          <a:prstGeom prst="line">
            <a:avLst/>
          </a:prstGeom>
          <a:noFill/>
          <a:ln w="25400">
            <a:solidFill>
              <a:srgbClr val="E85D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5138928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 /  PRACTICE  /  PROOF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10" kern="0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A GLANCE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896112"/>
            <a:ext cx="10881360" cy="0"/>
          </a:xfrm>
          <a:prstGeom prst="line">
            <a:avLst/>
          </a:prstGeom>
          <a:noFill/>
          <a:ln w="8890">
            <a:solidFill>
              <a:srgbClr val="DDD0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34440"/>
            <a:ext cx="3822192" cy="4526280"/>
          </a:xfrm>
          <a:prstGeom prst="roundRect">
            <a:avLst>
              <a:gd name="adj" fmla="val 1435"/>
            </a:avLst>
          </a:prstGeom>
          <a:solidFill>
            <a:srgbClr val="2822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3A3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87552" y="21488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Experienced enough to deliver, focused enough to care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05840" y="3886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C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the company with a few verified facts that matter to customers.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96128" y="1554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E85D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yrs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5650992" y="26700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5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focused experience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50992" y="3794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DISCOVER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882128" y="3904488"/>
            <a:ext cx="2331720" cy="0"/>
          </a:xfrm>
          <a:prstGeom prst="line">
            <a:avLst/>
          </a:prstGeom>
          <a:noFill/>
          <a:ln w="25400">
            <a:solidFill>
              <a:srgbClr val="D6C8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4297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DESIGN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882128" y="4407408"/>
            <a:ext cx="1947672" cy="0"/>
          </a:xfrm>
          <a:prstGeom prst="line">
            <a:avLst/>
          </a:prstGeom>
          <a:noFill/>
          <a:ln w="25400">
            <a:solidFill>
              <a:srgbClr val="D6C8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4800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DELIVER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882128" y="4910328"/>
            <a:ext cx="1563624" cy="0"/>
          </a:xfrm>
          <a:prstGeom prst="line">
            <a:avLst/>
          </a:prstGeom>
          <a:noFill/>
          <a:ln w="25400">
            <a:solidFill>
              <a:srgbClr val="E85D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10" kern="0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WE EXIST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896112"/>
            <a:ext cx="10881360" cy="0"/>
          </a:xfrm>
          <a:prstGeom prst="line">
            <a:avLst/>
          </a:prstGeom>
          <a:noFill/>
          <a:ln w="8890">
            <a:solidFill>
              <a:srgbClr val="DDD0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 should not create customer friction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75C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costly problem your company is uniquely equipped to solve.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246120" cy="4526280"/>
          </a:xfrm>
          <a:prstGeom prst="roundRect">
            <a:avLst>
              <a:gd name="adj" fmla="val 1690"/>
            </a:avLst>
          </a:prstGeom>
          <a:solidFill>
            <a:srgbClr val="E85D3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11312" y="18470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339328" y="2816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9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avoidable friction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13648" y="4041648"/>
            <a:ext cx="1508760" cy="1508760"/>
          </a:xfrm>
          <a:prstGeom prst="ellipse">
            <a:avLst/>
          </a:prstGeom>
          <a:solidFill>
            <a:srgbClr val="F3A38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1160" y="4590288"/>
            <a:ext cx="658368" cy="658368"/>
          </a:xfrm>
          <a:prstGeom prst="ellipse">
            <a:avLst/>
          </a:prstGeom>
          <a:solidFill>
            <a:srgbClr val="2822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10" kern="0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896112"/>
            <a:ext cx="10881360" cy="0"/>
          </a:xfrm>
          <a:prstGeom prst="line">
            <a:avLst/>
          </a:prstGeom>
          <a:noFill/>
          <a:ln w="8890">
            <a:solidFill>
              <a:srgbClr val="DDD0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3444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Expert support across the full journey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262432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75C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services into three understandable offers rather than a long capability list.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00200" y="4800600"/>
            <a:ext cx="1554480" cy="0"/>
          </a:xfrm>
          <a:prstGeom prst="line">
            <a:avLst/>
          </a:prstGeom>
          <a:noFill/>
          <a:ln w="25400">
            <a:solidFill>
              <a:srgbClr val="D6C8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3977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8E8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4800600"/>
            <a:ext cx="1554480" cy="0"/>
          </a:xfrm>
          <a:prstGeom prst="line">
            <a:avLst/>
          </a:prstGeom>
          <a:noFill/>
          <a:ln w="25400">
            <a:solidFill>
              <a:srgbClr val="E85D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3977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2396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23960" y="4800600"/>
            <a:ext cx="1554480" cy="0"/>
          </a:xfrm>
          <a:prstGeom prst="line">
            <a:avLst/>
          </a:prstGeom>
          <a:noFill/>
          <a:ln w="25400">
            <a:solidFill>
              <a:srgbClr val="D6C8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1828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8366760" y="2633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5C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service lines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10" kern="0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WORK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896112"/>
            <a:ext cx="10881360" cy="0"/>
          </a:xfrm>
          <a:prstGeom prst="line">
            <a:avLst/>
          </a:prstGeom>
          <a:noFill/>
          <a:ln w="8890">
            <a:solidFill>
              <a:srgbClr val="DDD0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3444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path from diagnosis to results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262432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75C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discovery, design, delivery, and continuous improvement.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00200" y="4800600"/>
            <a:ext cx="1554480" cy="0"/>
          </a:xfrm>
          <a:prstGeom prst="line">
            <a:avLst/>
          </a:prstGeom>
          <a:noFill/>
          <a:ln w="25400">
            <a:solidFill>
              <a:srgbClr val="D6C8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3977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8E8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4800600"/>
            <a:ext cx="1554480" cy="0"/>
          </a:xfrm>
          <a:prstGeom prst="line">
            <a:avLst/>
          </a:prstGeom>
          <a:noFill/>
          <a:ln w="25400">
            <a:solidFill>
              <a:srgbClr val="E85D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3977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2396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23960" y="4800600"/>
            <a:ext cx="1554480" cy="0"/>
          </a:xfrm>
          <a:prstGeom prst="line">
            <a:avLst/>
          </a:prstGeom>
          <a:noFill/>
          <a:ln w="25400">
            <a:solidFill>
              <a:srgbClr val="D6C8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1828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8366760" y="2633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5C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stages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10" kern="0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896112"/>
            <a:ext cx="10881360" cy="0"/>
          </a:xfrm>
          <a:prstGeom prst="line">
            <a:avLst/>
          </a:prstGeom>
          <a:noFill/>
          <a:ln w="8890">
            <a:solidFill>
              <a:srgbClr val="DDD0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34440"/>
            <a:ext cx="3822192" cy="4526280"/>
          </a:xfrm>
          <a:prstGeom prst="roundRect">
            <a:avLst>
              <a:gd name="adj" fmla="val 1435"/>
            </a:avLst>
          </a:prstGeom>
          <a:solidFill>
            <a:srgbClr val="2822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3A3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87552" y="21488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Outcomes customers can verify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05840" y="3886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C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specific case evidence, a clear baseline, and a credible measurement period.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96128" y="1554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E85D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31%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5650992" y="26700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5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resolution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50992" y="37947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DISCOVER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882128" y="3904488"/>
            <a:ext cx="2331720" cy="0"/>
          </a:xfrm>
          <a:prstGeom prst="line">
            <a:avLst/>
          </a:prstGeom>
          <a:noFill/>
          <a:ln w="25400">
            <a:solidFill>
              <a:srgbClr val="D6C8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4297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DESIGN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882128" y="4407408"/>
            <a:ext cx="1947672" cy="0"/>
          </a:xfrm>
          <a:prstGeom prst="line">
            <a:avLst/>
          </a:prstGeom>
          <a:noFill/>
          <a:ln w="25400">
            <a:solidFill>
              <a:srgbClr val="D6C8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4800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DELIVER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882128" y="4910328"/>
            <a:ext cx="1563624" cy="0"/>
          </a:xfrm>
          <a:prstGeom prst="line">
            <a:avLst/>
          </a:prstGeom>
          <a:noFill/>
          <a:ln w="25400">
            <a:solidFill>
              <a:srgbClr val="E85D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10" kern="0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896112"/>
            <a:ext cx="10881360" cy="0"/>
          </a:xfrm>
          <a:prstGeom prst="line">
            <a:avLst/>
          </a:prstGeom>
          <a:noFill/>
          <a:ln w="8890">
            <a:solidFill>
              <a:srgbClr val="DDD0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Senior people stay close to the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75C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accountable leaders and the expertise customers will actually access.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18120" y="1188720"/>
            <a:ext cx="3246120" cy="4526280"/>
          </a:xfrm>
          <a:prstGeom prst="roundRect">
            <a:avLst>
              <a:gd name="adj" fmla="val 1690"/>
            </a:avLst>
          </a:prstGeom>
          <a:solidFill>
            <a:srgbClr val="E85D3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11312" y="18470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339328" y="2816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9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13648" y="4041648"/>
            <a:ext cx="1508760" cy="1508760"/>
          </a:xfrm>
          <a:prstGeom prst="ellipse">
            <a:avLst/>
          </a:prstGeom>
          <a:solidFill>
            <a:srgbClr val="F3A38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1160" y="4590288"/>
            <a:ext cx="658368" cy="658368"/>
          </a:xfrm>
          <a:prstGeom prst="ellipse">
            <a:avLst/>
          </a:prstGeom>
          <a:solidFill>
            <a:srgbClr val="2822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10" kern="0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896112"/>
            <a:ext cx="10881360" cy="0"/>
          </a:xfrm>
          <a:prstGeom prst="line">
            <a:avLst/>
          </a:prstGeom>
          <a:noFill/>
          <a:ln w="8890">
            <a:solidFill>
              <a:srgbClr val="DDD0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3444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Begin with one valuable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262432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75C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a low-friction action, a named contact, and a clear expectation.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00200" y="4800600"/>
            <a:ext cx="1554480" cy="0"/>
          </a:xfrm>
          <a:prstGeom prst="line">
            <a:avLst/>
          </a:prstGeom>
          <a:noFill/>
          <a:ln w="25400">
            <a:solidFill>
              <a:srgbClr val="D6C8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3977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8E8D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4800600"/>
            <a:ext cx="1554480" cy="0"/>
          </a:xfrm>
          <a:prstGeom prst="line">
            <a:avLst/>
          </a:prstGeom>
          <a:noFill/>
          <a:ln w="25400">
            <a:solidFill>
              <a:srgbClr val="E85D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39776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2396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23960" y="4800600"/>
            <a:ext cx="1554480" cy="0"/>
          </a:xfrm>
          <a:prstGeom prst="line">
            <a:avLst/>
          </a:prstGeom>
          <a:noFill/>
          <a:ln w="25400">
            <a:solidFill>
              <a:srgbClr val="D6C8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1828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100" b="1" dirty="0">
                <a:solidFill>
                  <a:srgbClr val="E85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8366760" y="26334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75C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session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FREEAIPPT / EDITABLE TEMPLATE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137392" y="6473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8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FreeAIPPT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subject>Free editable PowerPoint template</dc:subject>
  <dc:creator>FreeAIPPT</dc:creator>
  <cp:lastModifiedBy>FreeAIPPT</cp:lastModifiedBy>
  <cp:revision>1</cp:revision>
  <dcterms:created xsi:type="dcterms:W3CDTF">2026-09-08T03:51:56Z</dcterms:created>
  <dcterms:modified xsi:type="dcterms:W3CDTF">2026-09-08T03:51:56Z</dcterms:modified>
</cp:coreProperties>
</file>